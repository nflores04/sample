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Welcome to the third meeting of the citizenship classes. </a:t>
            </a:r>
            <a:br>
              <a:rPr lang="en"/>
            </a:br>
            <a:br>
              <a:rPr lang="en"/>
            </a:br>
            <a:r>
              <a:rPr lang="en"/>
              <a:t>*after each slide stop for questions*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5ad221f6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5ad221f66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Today we will discuss our first part of the test, which is holidays-- important moments from America’s past that we celebrate. We will first go over all the holidays you will need to know for the test, then we will practice some test questions together, and finally we will discuss the material so that all the questions make sense. </a:t>
            </a:r>
            <a:br>
              <a:rPr lang="en">
                <a:solidFill>
                  <a:schemeClr val="dk1"/>
                </a:solidFill>
              </a:rPr>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c2d0c49d4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c2d0c49d4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Independence Day? The country’s birthday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c2d0c49d4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c2d0c49d4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Memorial Day? A holiday to honor soldiers who died in military service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c2d0c49d4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c2d0c49d4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Veterans Day? A holiday to honor people in the US military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c2d0c49d4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c2d0c49d4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three national US holidays. </a:t>
            </a:r>
            <a:r>
              <a:rPr lang="en">
                <a:solidFill>
                  <a:schemeClr val="dk1"/>
                </a:solidFill>
              </a:rPr>
              <a:t>Independence day, Memorial day, and Veterans day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5ad221f66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5ad221f66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Thank you for your time! I’m so glad everyone was able to be here today. Please remember to check your email for updates about these classes. I look forward to seeing you all next week!</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Citizenship Classes: Day 3</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Today’s topic: Holidays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Topics to Cover</a:t>
            </a:r>
            <a:endParaRPr/>
          </a:p>
        </p:txBody>
      </p:sp>
      <p:sp>
        <p:nvSpPr>
          <p:cNvPr id="61" name="Google Shape;61;p1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2" name="Google Shape;62;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Holidays</a:t>
            </a:r>
            <a:endParaRPr/>
          </a:p>
          <a:p>
            <a:pPr indent="-342900" lvl="1" marL="914400" rtl="0" algn="l">
              <a:spcBef>
                <a:spcPts val="0"/>
              </a:spcBef>
              <a:spcAft>
                <a:spcPts val="0"/>
              </a:spcAft>
              <a:buSzPts val="1800"/>
              <a:buChar char="○"/>
            </a:pPr>
            <a:r>
              <a:rPr lang="en" sz="1800"/>
              <a:t>Independence Day</a:t>
            </a:r>
            <a:endParaRPr sz="1800"/>
          </a:p>
          <a:p>
            <a:pPr indent="-342900" lvl="1" marL="914400" rtl="0" algn="l">
              <a:spcBef>
                <a:spcPts val="0"/>
              </a:spcBef>
              <a:spcAft>
                <a:spcPts val="0"/>
              </a:spcAft>
              <a:buSzPts val="1800"/>
              <a:buChar char="○"/>
            </a:pPr>
            <a:r>
              <a:rPr lang="en" sz="1800"/>
              <a:t>National holidays</a:t>
            </a:r>
            <a:endParaRPr sz="1800"/>
          </a:p>
          <a:p>
            <a:pPr indent="-342900" lvl="1" marL="914400" rtl="0" algn="l">
              <a:spcBef>
                <a:spcPts val="0"/>
              </a:spcBef>
              <a:spcAft>
                <a:spcPts val="0"/>
              </a:spcAft>
              <a:buSzPts val="1800"/>
              <a:buChar char="○"/>
            </a:pPr>
            <a:r>
              <a:rPr lang="en" sz="1800"/>
              <a:t>Memorial Day</a:t>
            </a:r>
            <a:endParaRPr sz="1800"/>
          </a:p>
          <a:p>
            <a:pPr indent="-342900" lvl="1" marL="914400" rtl="0" algn="l">
              <a:spcBef>
                <a:spcPts val="0"/>
              </a:spcBef>
              <a:spcAft>
                <a:spcPts val="0"/>
              </a:spcAft>
              <a:buSzPts val="1800"/>
              <a:buChar char="○"/>
            </a:pPr>
            <a:r>
              <a:rPr lang="en" sz="1800"/>
              <a:t>Veterans Day</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Independence Day</a:t>
            </a:r>
            <a:endParaRPr/>
          </a:p>
        </p:txBody>
      </p:sp>
      <p:sp>
        <p:nvSpPr>
          <p:cNvPr id="68" name="Google Shape;68;p15"/>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country’s birthday</a:t>
            </a:r>
            <a:endParaRPr/>
          </a:p>
        </p:txBody>
      </p:sp>
      <p:pic>
        <p:nvPicPr>
          <p:cNvPr id="69" name="Google Shape;69;p15"/>
          <p:cNvPicPr preferRelativeResize="0"/>
          <p:nvPr/>
        </p:nvPicPr>
        <p:blipFill>
          <a:blip r:embed="rId3">
            <a:alphaModFix/>
          </a:blip>
          <a:stretch>
            <a:fillRect/>
          </a:stretch>
        </p:blipFill>
        <p:spPr>
          <a:xfrm>
            <a:off x="155850" y="648300"/>
            <a:ext cx="8832300" cy="384688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Memorial Day</a:t>
            </a:r>
            <a:endParaRPr/>
          </a:p>
        </p:txBody>
      </p:sp>
      <p:sp>
        <p:nvSpPr>
          <p:cNvPr id="75" name="Google Shape;75;p16"/>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Honoring fallen troops</a:t>
            </a:r>
            <a:endParaRPr/>
          </a:p>
        </p:txBody>
      </p:sp>
      <p:pic>
        <p:nvPicPr>
          <p:cNvPr id="76" name="Google Shape;76;p16"/>
          <p:cNvPicPr preferRelativeResize="0"/>
          <p:nvPr/>
        </p:nvPicPr>
        <p:blipFill>
          <a:blip r:embed="rId3">
            <a:alphaModFix/>
          </a:blip>
          <a:stretch>
            <a:fillRect/>
          </a:stretch>
        </p:blipFill>
        <p:spPr>
          <a:xfrm>
            <a:off x="2004388" y="646038"/>
            <a:ext cx="5135225" cy="3851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Veterans Day</a:t>
            </a:r>
            <a:endParaRPr/>
          </a:p>
        </p:txBody>
      </p:sp>
      <p:sp>
        <p:nvSpPr>
          <p:cNvPr id="82" name="Google Shape;82;p17"/>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Honoring soldiers</a:t>
            </a:r>
            <a:endParaRPr/>
          </a:p>
        </p:txBody>
      </p:sp>
      <p:pic>
        <p:nvPicPr>
          <p:cNvPr id="83" name="Google Shape;83;p17"/>
          <p:cNvPicPr preferRelativeResize="0"/>
          <p:nvPr/>
        </p:nvPicPr>
        <p:blipFill>
          <a:blip r:embed="rId3">
            <a:alphaModFix/>
          </a:blip>
          <a:stretch>
            <a:fillRect/>
          </a:stretch>
        </p:blipFill>
        <p:spPr>
          <a:xfrm>
            <a:off x="3093400" y="599663"/>
            <a:ext cx="2957200" cy="3944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Three national US holidays!</a:t>
            </a:r>
            <a:endParaRPr/>
          </a:p>
        </p:txBody>
      </p:sp>
      <p:sp>
        <p:nvSpPr>
          <p:cNvPr id="89" name="Google Shape;89;p18"/>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Honoring fallen troops</a:t>
            </a:r>
            <a:endParaRPr/>
          </a:p>
        </p:txBody>
      </p:sp>
      <p:pic>
        <p:nvPicPr>
          <p:cNvPr id="90" name="Google Shape;90;p18"/>
          <p:cNvPicPr preferRelativeResize="0"/>
          <p:nvPr/>
        </p:nvPicPr>
        <p:blipFill>
          <a:blip r:embed="rId3">
            <a:alphaModFix/>
          </a:blip>
          <a:stretch>
            <a:fillRect/>
          </a:stretch>
        </p:blipFill>
        <p:spPr>
          <a:xfrm>
            <a:off x="2004388" y="646038"/>
            <a:ext cx="5135225" cy="3851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
        <p:nvSpPr>
          <p:cNvPr id="96" name="Google Shape;96;p1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