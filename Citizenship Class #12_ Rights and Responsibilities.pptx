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932c883f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932c883f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1932c883f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1932c883f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There are four amendments to the US Constitution about who can vote. Describe one of them. Any citizen can vote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Who can vote in federal elections, run for federal office, and serve on a jury in the United States? Citizens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two examples of civic participation in the United States? Vote, join a political party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one way Americans can serve their country? Vote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b387a0177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b387a0177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are three rights of everyone living in the United States? Freedom of religion, freedom of speech, freedom of expression, the right to bear arms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b387a0177a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b387a0177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What do we show loyalty to when we say the Pledge of Allegiance? The United States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1932c883f2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1932c883f2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Name two promises that new citizens make in the Oath of Allegiance. Give up loyalty to other countries, be loyal to the United States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b387a0177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b387a0177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How can people become United States citizens? Naturalize, be born in the United States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b387a0177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b387a0177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is it important to pay federal taxes? Required by law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b387a0177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b387a0177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It is important for all men age 18 through 25 to register for the Selective Service. Name one reason why. </a:t>
            </a:r>
            <a:r>
              <a:rPr lang="en">
                <a:solidFill>
                  <a:schemeClr val="dk1"/>
                </a:solidFill>
              </a:rPr>
              <a:t>Required by law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932c883f2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932c883f2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Citizenship Classes: Day 12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topic: Rights and Responsibilities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Topics to Cover</a:t>
            </a:r>
            <a:endParaRPr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Voting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Political parties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Who can vote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Voting amendments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Rights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Voting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Freedoms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Responsibilities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Selective Service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Oath of Allegiance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Serve the nation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Taxes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Voting Power</a:t>
            </a:r>
            <a:endParaRPr/>
          </a:p>
        </p:txBody>
      </p:sp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3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citizen can vote!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662" y="701312"/>
            <a:ext cx="5262667" cy="37408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Three Rights of All Americans</a:t>
            </a:r>
            <a:endParaRPr/>
          </a:p>
        </p:txBody>
      </p:sp>
      <p:sp>
        <p:nvSpPr>
          <p:cNvPr id="75" name="Google Shape;75;p16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r>
              <a:rPr lang="en"/>
              <a:t>reedom of speech, freedom of religion, the right to bear arms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975" y="701313"/>
            <a:ext cx="3518051" cy="37408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Pledge of Allegiance</a:t>
            </a:r>
            <a:endParaRPr/>
          </a:p>
        </p:txBody>
      </p:sp>
      <p:sp>
        <p:nvSpPr>
          <p:cNvPr id="82" name="Google Shape;82;p17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Expresses loyalty to the United States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5650" y="701312"/>
            <a:ext cx="5612705" cy="374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Oath of Allegiance</a:t>
            </a:r>
            <a:endParaRPr/>
          </a:p>
        </p:txBody>
      </p:sp>
      <p:sp>
        <p:nvSpPr>
          <p:cNvPr id="89" name="Google Shape;89;p18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up loyalty to other countries, be loyal to the United States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875163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/>
              <a:t>I hereby declare, on oath, that I absolutely and entirely renounce and abjure all allegiance and fidelity to any foreign prince, potentate, state, or sovereignty, of whom or which I have heretofore been a subject or citizen; that I will support and defend the Constitution and laws of the United States of America against all enemies, foreign and domestic; that I will bear true faith and allegiance to the same; that I will bear arms on behalf of the United States when required by the law; that I will perform noncombatant service in the Armed Forces of the United States when required by the law; that I will perform work of national importance under civilian direction when required by the law; and that I take this obligation freely, without any mental reservation or purpose of evasion; so help me God.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become a citizen?</a:t>
            </a:r>
            <a:endParaRPr/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Naturalize, be born in the United States</a:t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3850" y="865325"/>
            <a:ext cx="7956305" cy="343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IRS and Federal Taxes</a:t>
            </a:r>
            <a:endParaRPr/>
          </a:p>
        </p:txBody>
      </p:sp>
      <p:sp>
        <p:nvSpPr>
          <p:cNvPr id="103" name="Google Shape;103;p20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Required by law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2950" y="865325"/>
            <a:ext cx="3738077" cy="3436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Selective Service</a:t>
            </a:r>
            <a:endParaRPr/>
          </a:p>
        </p:txBody>
      </p:sp>
      <p:sp>
        <p:nvSpPr>
          <p:cNvPr id="110" name="Google Shape;110;p21"/>
          <p:cNvSpPr txBox="1"/>
          <p:nvPr>
            <p:ph type="title"/>
          </p:nvPr>
        </p:nvSpPr>
        <p:spPr>
          <a:xfrm>
            <a:off x="0" y="4453800"/>
            <a:ext cx="914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Required by law</a:t>
            </a:r>
            <a:endParaRPr/>
          </a:p>
        </p:txBody>
      </p:sp>
      <p:pic>
        <p:nvPicPr>
          <p:cNvPr id="111" name="Google Shape;11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3950" y="865325"/>
            <a:ext cx="3436076" cy="343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